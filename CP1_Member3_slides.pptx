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Model: NBA PPG on NCAA PPG, NCAA FG%, wingspan, max vertical, and position (Guard baseline). Only NCAA PPG is clearly significant. Fitted on the shared 80/20 split (seed 42), train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Interpretations in PPG units. Test metrics computed once on the 154-player test set. Assumptions: 3 of 5 held, 2 violated (mild funnel and right-skewed residuals).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Plots: top row residuals vs fitted (x = fitted value, y = residual); bottom row Normal Q-Q. Left column before, right column after the log(PPG+1) transform. Log model predictions were back-transformed with exp(yhat)-1 so MSE is in PPG^2 like the other members.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154-player test set, outcome in PPG units for all three. Member names can be added in the first column.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College scoring is the one clear predictor of NBA PPG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44805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(baseline position: Guard)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PPG = β0 + β1·NCAA_PPG + β2·NCAA_FG% + β3·Wingspan + β4·Vertical + β5·Forward + β6·Center + ε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8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Fitted equation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PPG^ = −8.04 + 0.267·NCAA_PPG + 0.066·NCAA_FG% + 0.046·Wingspan + 0.106·Vertical − 0.448·Forward − 0.576·Center</a:t>
            </a:r>
            <a:endParaRPr lang="en-US" sz="14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12080" y="1280160"/>
          <a:ext cx="34747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868680"/>
                <a:gridCol w="8686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NCAA PPG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&lt;0.001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NCAA FG%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Wingspan (in)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Vertical (in)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Forward vs Guard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−0.448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Center vs Guard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−0.576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212080" y="41148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 only (n = 616). Outcome: NBA points per game, first 3 post-combine seasons.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college point adds 0.27 NBA PPG, but R² is only 0.084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977640" cy="1828800"/>
          </a:xfrm>
          <a:prstGeom prst="roundRect">
            <a:avLst>
              <a:gd name="adj" fmla="val 4000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+0.27 PPG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Quantitative: each extra point per game scored in college goes with 0.27 more NBA points per game, holding the other predictors fixed.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09160" y="1234440"/>
            <a:ext cx="3977640" cy="1828800"/>
          </a:xfrm>
          <a:prstGeom prst="roundRect">
            <a:avLst>
              <a:gd name="adj" fmla="val 4000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37160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−0.58 PPG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96596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Qualitative: Centers average 0.58 fewer NBA PPG than Guards (baseline), holding the others fixed. Not significant (p = 0.54).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8229600" cy="1463040"/>
          </a:xfrm>
          <a:prstGeom prst="roundRect">
            <a:avLst>
              <a:gd name="adj" fmla="val 5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38328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MSE 17.22 PPG²   |   Test R² 0.084</a:t>
            </a:r>
            <a:endParaRPr lang="en-US" sz="2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Assumptions: linearity, independence and VIF (all &lt; 2.4) held; non-constant variance and non-normal errors were violated, so we fixed them (next slide).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transform fixed skewed residuals but raised test error</a:t>
            </a:r>
            <a:endParaRPr lang="en-US" sz="2600" dirty="0"/>
          </a:p>
        </p:txBody>
      </p:sp>
      <p:pic>
        <p:nvPicPr>
          <p:cNvPr id="3" name="Image 0" descr="Before and after residual vs fitted and Q-Q plots for the log-transformed mod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88720"/>
            <a:ext cx="4663440" cy="35661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303520" y="1280160"/>
            <a:ext cx="33832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 fan out and the Q-Q curve bends up, so errors are right-skewed.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8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log(PPG + 1); predictions converted back to PPG.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8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</a:t>
            </a:r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gone, Q-Q follows the line.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8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But: </a:t>
            </a:r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MSE 17.22 → 18.65 and R² 0.084 → 0.008, so we keep the original model.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Combine + NCAA stats gave the lowest test error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4206240"/>
                <a:gridCol w="1188720"/>
                <a:gridCol w="11887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Predictors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MSE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R²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 Combine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height, wingspan, vertical, position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17.98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 NCAA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NCAA PPG, APG, FG%, position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17.41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3: Combined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NCAA PPG, FG%, wingspan, vertical, position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D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17.22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D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D9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combined model predicts best because it pairs college scoring with combine measures. Gains are small: all models explain under 10% of the variation in NBA PPG.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COGS 109 CP1 - Member 3 Combined Model</dc:title>
  <dc:subject>PptxGenJS Presentation</dc:subject>
  <dc:creator>PptxGenJS</dc:creator>
  <cp:lastModifiedBy>PptxGenJS</cp:lastModifiedBy>
  <cp:revision>1</cp:revision>
  <dcterms:created xsi:type="dcterms:W3CDTF">2026-10-24T23:08:08Z</dcterms:created>
  <dcterms:modified xsi:type="dcterms:W3CDTF">2026-10-24T23:08:08Z</dcterms:modified>
</cp:coreProperties>
</file>