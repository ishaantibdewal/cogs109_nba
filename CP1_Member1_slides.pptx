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144F46-FAB5-4E2B-940A-736292B467B6}">
  <a:tblStyle styleId="{EF144F46-FAB5-4E2B-940A-736292B467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s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s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421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model: size and position</a:t>
            </a:r>
            <a:endParaRPr b="1" sz="3200">
              <a:solidFill>
                <a:srgbClr val="1421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{EF144F46-FAB5-4E2B-940A-736292B467B6}</a:tableStyleId>
              </a:tblPr>
              <a:tblGrid>
                <a:gridCol w="2103100"/>
                <a:gridCol w="1097275"/>
                <a:gridCol w="1005825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Coef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-7.86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height_in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wingspan_in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-0.121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vertical_max_in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Center vs Guard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-1.506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Forward vs Guard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-0.955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457200" y="3931920"/>
            <a:ext cx="4206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6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ppg_3yr = -7.86 + 0.28 height - 0.12 wingspan + 0.10 vertical - 1.51 Center - 0.95 Forward. Guard is the baseline.</a:t>
            </a:r>
            <a:endParaRPr>
              <a:solidFill>
                <a:srgbClr val="5B6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937760" y="1051560"/>
            <a:ext cx="3749100" cy="13260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074920" y="1115568"/>
            <a:ext cx="3474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QUANTITATIVE: HEIGHT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074920" y="1481328"/>
            <a:ext cx="3474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every 1 inch increase in height, ppg_3yr goes up about 0.28 PPG, holding all other predictors constant.</a:t>
            </a:r>
            <a:endParaRPr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937760" y="2514600"/>
            <a:ext cx="3749100" cy="15087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74920" y="2578608"/>
            <a:ext cx="3474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QUALITATIVE: CENTER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074920" y="2944368"/>
            <a:ext cx="347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Center is predicted to have lower ppg_3yr than a Guard, by about 1.5 PPG, holding the other predictors constant. p = 0.130, so not significant.</a:t>
            </a:r>
            <a:endParaRPr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37760" y="416052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1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MSE 17.98</a:t>
            </a:r>
            <a:endParaRPr b="1" sz="1800">
              <a:solidFill>
                <a:srgbClr val="1421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6858000" y="41605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1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R² 0.044</a:t>
            </a:r>
            <a:endParaRPr b="1" sz="1800">
              <a:solidFill>
                <a:srgbClr val="1421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421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Residuals not normal</a:t>
            </a:r>
            <a:endParaRPr b="1" sz="3200">
              <a:solidFill>
                <a:srgbClr val="1421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57200" y="1097280"/>
            <a:ext cx="402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7200" y="1463040"/>
            <a:ext cx="4023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Normality is violated. The Q-Q plot curves above the line at the right end: a few players score far more than the model predicts.</a:t>
            </a:r>
            <a:endParaRPr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57200" y="2743200"/>
            <a:ext cx="402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57200" y="3108960"/>
            <a:ext cx="40233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log(1 + PPG) instead of PPG. log1p because 8 players have 0 PPG. After the fix, the Q-Q plot </a:t>
            </a: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sits closer to the line, but test MSE rose from 17.978 to 19.386.</a:t>
            </a:r>
            <a:endParaRPr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937710" y="274330"/>
            <a:ext cx="3749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SET RESULT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" name="Google Shape;75;p14"/>
          <p:cNvGraphicFramePr/>
          <p:nvPr/>
        </p:nvGraphicFramePr>
        <p:xfrm>
          <a:off x="4937760" y="859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{EF144F46-FAB5-4E2B-940A-736292B467B6}</a:tableStyleId>
              </a:tblPr>
              <a:tblGrid>
                <a:gridCol w="1188700"/>
                <a:gridCol w="1280150"/>
                <a:gridCol w="1280150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MSE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R²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Original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17.978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 fix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19.386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" name="Google Shape;76;p14"/>
          <p:cNvSpPr txBox="1"/>
          <p:nvPr/>
        </p:nvSpPr>
        <p:spPr>
          <a:xfrm>
            <a:off x="4937710" y="2116925"/>
            <a:ext cx="3749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257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CHECKS</a:t>
            </a:r>
            <a:endParaRPr b="1">
              <a:solidFill>
                <a:srgbClr val="C257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937710" y="2482685"/>
            <a:ext cx="3749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Linearity, constant variance and multicollinearity (max VIF 4.6) were satisfied.</a:t>
            </a:r>
            <a:endParaRPr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3">
            <a:alphaModFix/>
          </a:blip>
          <a:srcRect b="3428" l="0" r="0" t="3166"/>
          <a:stretch/>
        </p:blipFill>
        <p:spPr>
          <a:xfrm>
            <a:off x="6652275" y="3304625"/>
            <a:ext cx="1925549" cy="14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813" y="3285612"/>
            <a:ext cx="1927137" cy="14531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5452125" y="4603450"/>
            <a:ext cx="5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Before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7526625" y="4670150"/>
            <a:ext cx="5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After</a:t>
            </a:r>
            <a:endParaRPr b="1"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